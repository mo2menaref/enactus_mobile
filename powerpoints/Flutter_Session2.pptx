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83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1901952"/>
            <a:ext cx="3657600" cy="36576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3152" cy="2926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256032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306108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58952" y="1128744"/>
            <a:ext cx="327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Session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200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2457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Syntax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90088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287121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&amp; State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7824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0584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Parameters · Arrow Syntax · Anonymous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100584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data from functions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822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property 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4114800" cy="100584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Widgets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56048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Flutter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331720"/>
            <a:ext cx="4114800" cy="100584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56048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&amp; State Management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6048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UI in sync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Parameters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named parameters?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identified by name rather than position. Wrapped in curly braces { }.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864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vs Optional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87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'required' keyword to enforce a parameter. Optional named params have a default value or are nullable.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4864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them?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22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readability — you know exactly what each argument means when calling the function.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114800" cy="3657600"/>
          </a:xfrm>
          <a:prstGeom prst="rect">
            <a:avLst/>
          </a:prstGeom>
          <a:solidFill>
            <a:srgbClr val="1E3A4F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Named Parameters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4173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greet({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7190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020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3225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{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6243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('$name is $age');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278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5295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it: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8313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</a:t>
            </a: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'Ali',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413308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</a:t>
            </a: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 &amp; Anonymous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19659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Arrow 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shorthand for single-expression functions. Replaces { return expr; } with =&gt; expr.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023360" cy="868680"/>
          </a:xfrm>
          <a:prstGeom prst="rect">
            <a:avLst/>
          </a:prstGeom>
          <a:solidFill>
            <a:srgbClr val="1E3A4F"/>
          </a:solidFill>
          <a:ln w="6350">
            <a:solidFill>
              <a:srgbClr val="2A4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square(</a:t>
            </a: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=&gt; n * n;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as: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square(</a:t>
            </a: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23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* n;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23360" cy="1965960"/>
          </a:xfrm>
          <a:prstGeom prst="rect">
            <a:avLst/>
          </a:prstGeom>
          <a:solidFill>
            <a:srgbClr val="0D2137"/>
          </a:solidFill>
          <a:ln w="1016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 Anonymous Functions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without a name. Often used as callbacks, passed directly to other functions.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023360" cy="868680"/>
          </a:xfrm>
          <a:prstGeom prst="rect">
            <a:avLst/>
          </a:prstGeom>
          <a:solidFill>
            <a:srgbClr val="1E3A4F"/>
          </a:solidFill>
          <a:ln w="6350">
            <a:solidFill>
              <a:srgbClr val="2A4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nums = [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</a:t>
            </a: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((n) {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322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</a:t>
            </a: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   // anon fn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523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0D2137"/>
          </a:solidFill>
          <a:ln w="6350">
            <a:solidFill>
              <a:srgbClr val="2A4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182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Anonymous Arrow Function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Anonymous function with arrow syntax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doubled = nums.</a:t>
            </a:r>
            <a:r>
              <a:rPr lang="en-US" sz="11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((n) =&gt; n * </a:t>
            </a: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).toList();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737360"/>
          </a:xfrm>
          <a:prstGeom prst="rect">
            <a:avLst/>
          </a:prstGeom>
          <a:solidFill>
            <a:srgbClr val="0D2137"/>
          </a:solidFill>
          <a:ln w="15240">
            <a:solidFill>
              <a:srgbClr val="8AAF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nothing. Used for side-effect functions.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1737360"/>
          </a:xfrm>
          <a:prstGeom prst="rect">
            <a:avLst/>
          </a:prstGeom>
          <a:solidFill>
            <a:srgbClr val="0D2137"/>
          </a:solidFill>
          <a:ln w="1524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0789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String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1481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specific primitive type. Must match return statement.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1737360"/>
          </a:xfrm>
          <a:prstGeom prst="rect">
            <a:avLst/>
          </a:prstGeom>
          <a:solidFill>
            <a:srgbClr val="0D2137"/>
          </a:solidFill>
          <a:ln w="1524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0789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481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widget — very common in Flutter for UI builders.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1920240"/>
          </a:xfrm>
          <a:prstGeom prst="rect">
            <a:avLst/>
          </a:prstGeom>
          <a:solidFill>
            <a:srgbClr val="1E3A4F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value examples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186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=&gt; a + b;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47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6758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greet(</a:t>
            </a: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name) {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044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'Hello, $name!'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616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90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logMsg(</a:t>
            </a: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msg) =&gt; print(msg);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" cy="114300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389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method that reads a property. Called without parentheses — like a field.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FFD16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57200" cy="114300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method that writes a property. Allows validation or logic before assigning.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931920" cy="822960"/>
          </a:xfrm>
          <a:prstGeom prst="rect">
            <a:avLst/>
          </a:prstGeom>
          <a:solidFill>
            <a:srgbClr val="0D3D4A"/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 let you control how data is accessed and changed without exposing raw fields.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114800" cy="3794760"/>
          </a:xfrm>
          <a:prstGeom prst="rect">
            <a:avLst/>
          </a:prstGeom>
          <a:solidFill>
            <a:srgbClr val="1E3A4F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097280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Circle {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339596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_radius = 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581912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824228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066544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</a:t>
            </a: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radius =&gt; _radius;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308860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551176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Setter with 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793492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radius(</a:t>
            </a: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r) {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035808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 &gt;= 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_radius = r;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278124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520440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762756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Computed getter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4005072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</a:t>
            </a: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area =&gt;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247388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3.14 * _radius * _radius;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489704"/>
            <a:ext cx="3840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Widgets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65760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StatelessWidget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3657600" cy="1828800"/>
          </a:xfrm>
          <a:prstGeom prst="rect">
            <a:avLst/>
          </a:prstGeom>
          <a:solidFill>
            <a:srgbClr val="0D2137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Does NOT change after being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No internal state to manage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Rebuilt only when parent rebuilds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59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Simple, fast, and predictable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Examples: Text, Icon, Image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914400"/>
            <a:ext cx="36576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9326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StatefulWidget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20640" y="1353312"/>
            <a:ext cx="3657600" cy="1828800"/>
          </a:xfrm>
          <a:prstGeom prst="rect">
            <a:avLst/>
          </a:prstGeom>
          <a:solidFill>
            <a:srgbClr val="0D2137"/>
          </a:solidFill>
          <a:ln w="1016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CAN change during its lifetime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Holds mutable state in a State object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121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Rebuilds via setState() 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459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Use for interactive or dynamic UI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Examples: Checkbox, TextField, Counter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3657600" cy="1463040"/>
          </a:xfrm>
          <a:prstGeom prst="rect">
            <a:avLst/>
          </a:prstGeom>
          <a:solidFill>
            <a:srgbClr val="1E3A4F"/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MyLabel extends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648456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StatelessWidget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913632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build(ctx) =&gt;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178808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Text(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44398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291840"/>
            <a:ext cx="3657600" cy="1463040"/>
          </a:xfrm>
          <a:prstGeom prst="rect">
            <a:avLst/>
          </a:prstGeom>
          <a:solidFill>
            <a:srgbClr val="1E3A4F"/>
          </a:solidFill>
          <a:ln w="63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3383280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 extends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648456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StatefulWidget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3913632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createState() =&gt;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4178808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_CounterState();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444398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State Management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57200" cy="4572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" y="1536192"/>
            <a:ext cx="54864" cy="438912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a button or interacts with a widget.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457200" cy="4572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" y="2496312"/>
            <a:ext cx="54864" cy="438912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setState()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state changes inside setState(){ ... }.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57200" cy="4572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" y="3456432"/>
            <a:ext cx="54864" cy="438912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values are applied to the State object.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457200" cy="4572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959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Rebuilds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calls build() again; the UI reflects new state.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114800" cy="3794760"/>
          </a:xfrm>
          <a:prstGeom prst="rect">
            <a:avLst/>
          </a:prstGeom>
          <a:solidFill>
            <a:srgbClr val="1E3A4F"/>
          </a:solidFill>
          <a:ln w="1016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9160" y="1097280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_CounterState extends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1305763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&lt;Counter&gt; {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1514246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1722730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_count = 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1931213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139696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_increment() 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2348179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{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2556662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_count++;  // update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2765146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2973629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182112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3390595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build(</a:t>
            </a: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ctx) {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3599078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ElevatedButton(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3807562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onPressed: _increment,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016045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Text(</a:t>
            </a: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'$_count'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224528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4433011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4641494"/>
            <a:ext cx="38404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Parameters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{} for readable, flexible function calls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39776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single-expression functions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39776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Functions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Nameless functions passed as values/callbacks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9776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BC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can return primitives, objects, or Widgets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39776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FFD166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property access with get / 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39776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vs mutable — know when to use each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886200"/>
            <a:ext cx="4389120" cy="777240"/>
          </a:xfrm>
          <a:prstGeom prst="rect">
            <a:avLst/>
          </a:prstGeom>
          <a:solidFill>
            <a:srgbClr val="0D2137"/>
          </a:solidFill>
          <a:ln w="1016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14600" y="39593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4270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to trigger UI rebuilds in Flutter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Coding with Flutter!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813</Words>
  <Application>Microsoft Office PowerPoint</Application>
  <PresentationFormat>On-screen Show (16:9)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Session</dc:title>
  <dc:subject>PptxGenJS Presentation</dc:subject>
  <dc:creator>PptxGenJS</dc:creator>
  <cp:lastModifiedBy>mo'men aref</cp:lastModifiedBy>
  <cp:revision>2</cp:revision>
  <dcterms:created xsi:type="dcterms:W3CDTF">2026-04-16T21:19:50Z</dcterms:created>
  <dcterms:modified xsi:type="dcterms:W3CDTF">2026-04-30T08:22:53Z</dcterms:modified>
</cp:coreProperties>
</file>