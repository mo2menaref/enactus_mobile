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1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-1463040"/>
            <a:ext cx="5486400" cy="5486400"/>
          </a:xfrm>
          <a:prstGeom prst="ellipse">
            <a:avLst/>
          </a:prstGeom>
          <a:solidFill>
            <a:srgbClr val="3B5D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FA4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Persistence with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Preferences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a first look at Firebase and its tools</a:t>
            </a:r>
            <a:endParaRPr lang="en-US" sz="2000" dirty="0"/>
          </a:p>
        </p:txBody>
      </p:sp>
      <p:pic>
        <p:nvPicPr>
          <p:cNvPr id="8" name="Image 0" descr="/home/claude/pptx_work/icons/save_FFA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29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Save</a:t>
            </a:r>
            <a:endParaRPr lang="en-US" sz="1300" dirty="0"/>
          </a:p>
        </p:txBody>
      </p:sp>
      <p:pic>
        <p:nvPicPr>
          <p:cNvPr id="10" name="Image 1" descr="/home/claude/pptx_work/icons/sync_FFA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5029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Sync</a:t>
            </a:r>
            <a:endParaRPr lang="en-US" sz="1300" dirty="0"/>
          </a:p>
        </p:txBody>
      </p:sp>
      <p:pic>
        <p:nvPicPr>
          <p:cNvPr id="12" name="Image 2" descr="/home/claude/pptx_work/icons/fire_FFA4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50292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local data on-device, then connecting to the cloud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2112264"/>
            <a:ext cx="566928" cy="566928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ptx_work/icons/warning_FFA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3113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disappears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3317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state vs. app restarts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19088" y="2112264"/>
            <a:ext cx="566928" cy="566928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ptx_work/icons/storage_FFA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3113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basics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78040" y="23317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storage on the device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273552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8368" y="3602736"/>
            <a:ext cx="566928" cy="566928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pptx_work/icons/save_FFA4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216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438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our task list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382219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jsonEncode / jsonDecode with real code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3273552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19088" y="3602736"/>
            <a:ext cx="566928" cy="566928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pptx_work/icons/layers_FFA4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7216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438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patterns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78040" y="382219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toMap() and fromMap() on TaskModel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4764024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58368" y="5093208"/>
            <a:ext cx="566928" cy="566928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pptx_work/icons/cloud_FFA4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1208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9286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Firebase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417320" y="531266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the tools inside it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17920" y="4764024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419088" y="5093208"/>
            <a:ext cx="566928" cy="566928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pptx_work/icons/cogs_FFA4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212080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78040" y="49286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cloud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7178040" y="531266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SharedPreferences isn't enough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 List Has Amnesia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List&lt;TaskModel&gt; only lives in RAM. Close the app, and it's gone.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222E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_work/icons/tras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06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6334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Persistence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3291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few tasks in AddTaskScreen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8221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38221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some off, edit one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43525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43525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app (or hot restart)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68680" y="48828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48828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tasksList resets to []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8680" y="54132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54132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lost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309360" y="2286000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pptx_work/icons/check_1A2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60604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26334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SharedPreferences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62940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040880" y="3291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also writes to disk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629400" y="38221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040880" y="38221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fully closed and reopened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629400" y="43525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040880" y="43525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initState() reads it back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6629400" y="48828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040880" y="48828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tasksList rebuilds from storage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629400" y="54132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040880" y="54132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Shared Preferences?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key-value store, backed by the platform (NSUserDefaults on iOS, SharedPreferences on Android). It persists small pieces of data to disk between app launches.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'enactus_tasks_key'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246888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15968" y="246888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{taskName:"Design UI", ...}, ... ]  (JSON string)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'user_theme'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320040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15968" y="320040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"dark"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'onboarding_done'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60520" y="393192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15968" y="393192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/home/claude/pptx_work/icons/mobile_3B5D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184648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80160" y="512978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only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77240" y="55504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phone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06240" y="498348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/home/claude/pptx_work/icons/key_3B5D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5184648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37760" y="512978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only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4434840" y="55504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relationships, no queries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863840" y="498348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/home/claude/pptx_work/icons/warning_3B5D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184648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595360" y="512978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8092440" y="55504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settings &amp; flags, not big datasets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API, in Four Calls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0161F"/>
          </a:solidFill>
          <a:ln w="12700">
            <a:solidFill>
              <a:srgbClr val="3B5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856232"/>
            <a:ext cx="5175504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Get the singleton instance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prefs = </a:t>
            </a: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getInstance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Write values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prefs.</a:t>
            </a:r>
            <a:r>
              <a:rPr lang="en-US" sz="13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setString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'Ali'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prefs.</a:t>
            </a:r>
            <a:r>
              <a:rPr lang="en-US" sz="13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setBool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'done'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prefs.</a:t>
            </a:r>
            <a:r>
              <a:rPr lang="en-US" sz="13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Read values back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 prefs.</a:t>
            </a:r>
            <a:r>
              <a:rPr lang="en-US" sz="13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getString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done = prefs.</a:t>
            </a:r>
            <a:r>
              <a:rPr lang="en-US" sz="13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getBool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'done'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Remove a key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prefs.</a:t>
            </a:r>
            <a:r>
              <a:rPr lang="en-US" sz="13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r>
              <a:rPr lang="en-US" sz="13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Types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setString / getString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0" y="21488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values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280720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80720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setBool / getBool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0" y="28072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&amp; toggles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346557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346557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 / getInt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0" y="346557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412394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41239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setStringList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0" y="412394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of strings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478231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78231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remove(key)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0" y="47823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single entry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55321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/home/claude/pptx_work/icons/warning_FFA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733288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995160" y="56235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async — SharedPreferences reads/writes disk, so every call needs await.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the Task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task_details_screen.dart — every list object becomes one JSON string.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7040880" cy="4160520"/>
          </a:xfrm>
          <a:prstGeom prst="roundRect">
            <a:avLst>
              <a:gd name="adj" fmla="val 1758"/>
            </a:avLst>
          </a:prstGeom>
          <a:solidFill>
            <a:srgbClr val="10161F"/>
          </a:solidFill>
          <a:ln w="12700">
            <a:solidFill>
              <a:srgbClr val="3B5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176272"/>
            <a:ext cx="6638544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_saveTasksToPrefs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r>
              <a:rPr lang="en-US" sz="13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prefs =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getInstance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List&lt;TaskModel&gt; -&gt; List&lt;Map&gt; -&gt; JSON string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encodedData = </a:t>
            </a:r>
            <a:r>
              <a:rPr lang="en-US" sz="13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jsonEncode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tasksList.</a:t>
            </a:r>
            <a:r>
              <a:rPr lang="en-US" sz="13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((task) =&gt; task.</a:t>
            </a:r>
            <a:r>
              <a:rPr lang="en-US" sz="13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toMap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</a:t>
            </a:r>
            <a:r>
              <a:rPr lang="en-US" sz="13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prefs.</a:t>
            </a:r>
            <a:r>
              <a:rPr lang="en-US" sz="13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setString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'enactus_tasks_key'</a:t>
            </a: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encodedData,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057400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pptx_work/icons/list_3B5D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31343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0" y="2148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tasksList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List&lt;TaskModel&gt; in memory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26680" y="3099816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pptx_work/icons/layers_3B5D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35584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0" y="3191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task.toMap()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412480" y="35570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becomes a Map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726680" y="4142232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pptx_work/icons/storage_3B5D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439826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4233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jsonEncode(...)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12480" y="45994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list becomes one String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26680" y="5184648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FA400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pptx_work/icons/save_1A23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544068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0" y="5276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prefs.setString(...)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12480" y="56418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written to disk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the Task List Back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in initState() — before the first frame is even drawn.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7040880" cy="4160520"/>
          </a:xfrm>
          <a:prstGeom prst="roundRect">
            <a:avLst>
              <a:gd name="adj" fmla="val 1758"/>
            </a:avLst>
          </a:prstGeom>
          <a:solidFill>
            <a:srgbClr val="10161F"/>
          </a:solidFill>
          <a:ln w="12700">
            <a:solidFill>
              <a:srgbClr val="3B5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00" y="1920799"/>
            <a:ext cx="6638544" cy="443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initState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initState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_loadTasksFromPrefs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_loadTasksFromPrefs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prefs =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getInstance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tasksString =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prefs.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getString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'enactus_tasks_key'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(tasksString != 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decodedList = 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jsonDecode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(tasksString);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setState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tasksList = decodedList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((item) =&gt; </a:t>
            </a:r>
            <a:r>
              <a:rPr lang="en-US" sz="125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TaskModel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fromMap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</a:t>
            </a:r>
            <a:r>
              <a:rPr lang="en-US" sz="125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2057400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pptx_work/icons/sync_FFA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860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null check?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01000" y="283464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time the app runs, nothing has been saved yet — getString() returns null. Skipping the decode keeps tasksList as an empty list instead of crashing.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01000" y="4160520"/>
            <a:ext cx="3429000" cy="0"/>
          </a:xfrm>
          <a:prstGeom prst="line">
            <a:avLst/>
          </a:prstGeom>
          <a:noFill/>
          <a:ln w="12700">
            <a:solidFill>
              <a:srgbClr val="3B5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01000" y="4343400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 rebuilds the UI once decoding finishes, so the ListView shows the restored tasks automatically.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toMap() and fromMap()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only understands Maps, Lists, Strings, numbers and bools — not Dart objects. TaskModel bridges the gap both ways.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10161F"/>
          </a:solidFill>
          <a:ln w="12700">
            <a:solidFill>
              <a:srgbClr val="3B5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313432"/>
            <a:ext cx="5129784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40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dynamic&gt; </a:t>
            </a:r>
            <a:r>
              <a:rPr lang="en-US" sz="14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toMap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'taskName'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taskName,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'assignedTo'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assignedTo,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title,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'isDone'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isDone,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-&gt; 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10161F"/>
          </a:solidFill>
          <a:ln w="12700">
            <a:solidFill>
              <a:srgbClr val="3B5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73368" y="2313432"/>
            <a:ext cx="5129784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TaskModel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6FB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fromMap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40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dynamic&gt; map) {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D9A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TaskModel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taskName: map[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'taskName'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assignedTo: map[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'assignedTo'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map[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isDone: map[</a:t>
            </a:r>
            <a:r>
              <a:rPr lang="en-US" sz="1400" dirty="0">
                <a:solidFill>
                  <a:srgbClr val="7E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'isDone'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r>
              <a:rPr lang="en-US" sz="1400" dirty="0">
                <a:solidFill>
                  <a:srgbClr val="FF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-&gt; Object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Mutation Re-saves the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separate 'save' button — _saveTasksToPrefs() is called right after every change to tasksList.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548640" cy="548640"/>
          </a:xfrm>
          <a:prstGeom prst="ellipse">
            <a:avLst/>
          </a:prstGeom>
          <a:solidFill>
            <a:srgbClr val="3B5D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ptx_work/icons/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017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34290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FloatingActionButton returns a new TaskModel from AddTaskScreen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892040"/>
            <a:ext cx="22402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983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_saveTasksToPrefs()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64408" y="21488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493008" y="2377440"/>
            <a:ext cx="548640" cy="548640"/>
          </a:xfrm>
          <a:prstGeom prst="ellipse">
            <a:avLst/>
          </a:prstGeom>
          <a:solidFill>
            <a:srgbClr val="3B5D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pptx_work/icons/edi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25146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7288" y="3017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Task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447288" y="34290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rewrites the task, keeping its isDone value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447288" y="4892040"/>
            <a:ext cx="22402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447288" y="4983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_saveTasksToPrefs()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71616" y="21488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300216" y="2377440"/>
            <a:ext cx="548640" cy="548640"/>
          </a:xfrm>
          <a:prstGeom prst="ellipse">
            <a:avLst/>
          </a:prstGeom>
          <a:solidFill>
            <a:srgbClr val="3B5D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/home/claude/pptx_work/icons/tra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51460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54496" y="3017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Task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254496" y="34290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Swipe-to-dismiss removes it — with an UNDO snackbar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254496" y="4892040"/>
            <a:ext cx="22402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254496" y="4983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_saveTasksToPrefs()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878824" y="21488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107424" y="2377440"/>
            <a:ext cx="548640" cy="548640"/>
          </a:xfrm>
          <a:prstGeom prst="ellipse">
            <a:avLst/>
          </a:prstGeom>
          <a:solidFill>
            <a:srgbClr val="3B5D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/home/claude/pptx_work/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584" y="25146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61704" y="3017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Done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061704" y="34290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flips isDone on the existing object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9061704" y="4892040"/>
            <a:ext cx="224028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9061704" y="4983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_saveTasksToPrefs()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Shared Preferences Isn't Enough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22E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_work/icons/warning_FFA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0" y="2496312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ask "find tasks assigned to Ahmed" — you decode everything and filter in Dart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22E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ptx_work/icons/layers_FFA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5740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040880" y="2496312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joins, no foreign keys — just flat key-value pairs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22E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pptx_work/icons/storage_FFA4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9768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2245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for scale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371600" y="4736592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 small task list; not for thousands of records or large media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2648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22E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pptx_work/icons/lock_FFA4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9768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42245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device only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040880" y="4736592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on this phone — it doesn't sync across a user's devices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Firebase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Backend-as-a-Service platform from Google. Instead of building and hosting your own server, you plug your Flutter app straight into managed cloud tools.</a:t>
            </a:r>
            <a:endParaRPr lang="en-US" sz="1450" dirty="0"/>
          </a:p>
        </p:txBody>
      </p:sp>
      <p:pic>
        <p:nvPicPr>
          <p:cNvPr id="6" name="Image 0" descr="/home/claude/pptx_work/icons/check_3B5D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7004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code to write or maintain</a:t>
            </a:r>
            <a:endParaRPr lang="en-US" sz="1350" dirty="0"/>
          </a:p>
        </p:txBody>
      </p:sp>
      <p:pic>
        <p:nvPicPr>
          <p:cNvPr id="8" name="Image 1" descr="/home/claude/pptx_work/icons/check_3B5D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101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23697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(Spark plan) is generous for learning projects</a:t>
            </a:r>
            <a:endParaRPr lang="en-US" sz="1350" dirty="0"/>
          </a:p>
        </p:txBody>
      </p:sp>
      <p:pic>
        <p:nvPicPr>
          <p:cNvPr id="10" name="Image 2" descr="/home/claude/pptx_work/icons/check_3B5D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7705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380390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integrated with Flutter via FlutterFire packages</a:t>
            </a:r>
            <a:endParaRPr lang="en-US" sz="1350" dirty="0"/>
          </a:p>
        </p:txBody>
      </p:sp>
      <p:pic>
        <p:nvPicPr>
          <p:cNvPr id="12" name="Image 3" descr="/home/claude/pptx_work/icons/check_3B5D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4398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43708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 sync live across every device a user owns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7406640" y="914400"/>
            <a:ext cx="4297680" cy="5212080"/>
          </a:xfrm>
          <a:prstGeom prst="roundRect">
            <a:avLst>
              <a:gd name="adj" fmla="val 2553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/home/claude/pptx_work/icons/mobi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371600"/>
            <a:ext cx="822960" cy="8229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0664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Flutter App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9555480" y="2697480"/>
            <a:ext cx="0" cy="594360"/>
          </a:xfrm>
          <a:prstGeom prst="line">
            <a:avLst/>
          </a:prstGeom>
          <a:noFill/>
          <a:ln w="25400">
            <a:solidFill>
              <a:srgbClr val="FFA4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8732520" y="3383280"/>
            <a:ext cx="1554480" cy="1554480"/>
          </a:xfrm>
          <a:prstGeom prst="ellipse">
            <a:avLst/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/home/claude/pptx_work/icons/fire_1A23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3794760"/>
            <a:ext cx="640080" cy="6400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06640" y="5074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7406640" y="5440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·  Firestore  ·  Storage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·  Analytics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Inside Firebase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ptx_work/icons/database_FFA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848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5786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294436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database with live sync &amp; queries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33672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62272" y="1965960"/>
            <a:ext cx="502920" cy="502920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ptx_work/icons/lock_FFA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84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25786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62272" y="294436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Google, phone &amp; more sign-in out of the box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10144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38744" y="1965960"/>
            <a:ext cx="502920" cy="502920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pptx_work/icons/storage_FFA4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0848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38744" y="25786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38744" y="294436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serve images, files and user media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4096512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85800" y="4325112"/>
            <a:ext cx="502920" cy="502920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pptx_work/icons/cogs_FFA4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4439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85800" y="5303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code that runs on triggers, no server to manage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33672" y="4096512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462272" y="4325112"/>
            <a:ext cx="502920" cy="502920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pptx_work/icons/chart_FFA4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444398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62272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462272" y="5303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unlimited event tracking for user behavior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10144" y="4096512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238744" y="4325112"/>
            <a:ext cx="502920" cy="502920"/>
          </a:xfrm>
          <a:prstGeom prst="ellipse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pptx_work/icons/bell_FFA4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444398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38744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Crashlytics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238744" y="5303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crash reports grouped by root cause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Storage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66160" y="17373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0" y="17373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settings &amp; flags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35240" y="228600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app data at scale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11247120" cy="621792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reinstall?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290779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35240" y="290779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lives in the cloud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112471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52958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devices?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3529584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3529584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per signed-in user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11247120" cy="621792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15137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66160" y="415137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read everything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35240" y="415137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queries &amp; filters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73168"/>
            <a:ext cx="112471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77316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effort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66160" y="4773168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package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35240" y="4773168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 + FlutterFire CLI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94960"/>
            <a:ext cx="11247120" cy="621792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539496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566160" y="539496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always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539496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with local cache &amp; auto-sync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Flutter to Firebase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 together next session, step by step.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3B5D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2048256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048256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project in the Firebase console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502920" cy="502920"/>
          </a:xfrm>
          <a:prstGeom prst="ellipse">
            <a:avLst/>
          </a:prstGeom>
          <a:solidFill>
            <a:srgbClr val="3B5D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2798064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2798064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FlutterFire CLI (dart pub global activate flutterfire_cli)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502920" cy="502920"/>
          </a:xfrm>
          <a:prstGeom prst="ellipse">
            <a:avLst/>
          </a:prstGeom>
          <a:solidFill>
            <a:srgbClr val="3B5D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3547872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3547872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flutterfire configure inside the project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352544"/>
            <a:ext cx="502920" cy="502920"/>
          </a:xfrm>
          <a:prstGeom prst="ellipse">
            <a:avLst/>
          </a:prstGeom>
          <a:solidFill>
            <a:srgbClr val="3B5D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" y="4297680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firebase_core (and firebase_auth / cloud_firestore) to pubspec.yaml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5102352"/>
            <a:ext cx="502920" cy="502920"/>
          </a:xfrm>
          <a:prstGeom prst="ellipse">
            <a:avLst/>
          </a:prstGeom>
          <a:solidFill>
            <a:srgbClr val="FF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43000" y="5047488"/>
            <a:ext cx="104241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5047488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Firebase.initializeApp() before runApp()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3B5D82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FA4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ptx_work/icons/fire_FFA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9202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29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 today, cloud persistence next time.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Firebase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1390</Words>
  <Application>Microsoft Office PowerPoint</Application>
  <PresentationFormat>Widescreen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mo'men aref</cp:lastModifiedBy>
  <cp:revision>2</cp:revision>
  <dcterms:created xsi:type="dcterms:W3CDTF">2026-07-19T16:07:15Z</dcterms:created>
  <dcterms:modified xsi:type="dcterms:W3CDTF">2026-07-22T21:45:16Z</dcterms:modified>
</cp:coreProperties>
</file>