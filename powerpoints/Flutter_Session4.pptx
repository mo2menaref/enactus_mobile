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" y="962863"/>
            <a:ext cx="543154" cy="543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Lists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Rendering with ListView &amp; Managing Structured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Using Dart List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data to fully dynamic, model-driven lists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127" y="1976567"/>
            <a:ext cx="362834" cy="3628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List Recap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and structuring collections of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607040" y="18745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2770632"/>
            <a:ext cx="566928" cy="566928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27" y="2872679"/>
            <a:ext cx="362834" cy="3628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ListView Widget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17320" y="3090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scrollable collections in Flutter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607040" y="27706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40080" y="3666744"/>
            <a:ext cx="566928" cy="566928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27" y="3768791"/>
            <a:ext cx="362834" cy="3628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417320" y="3986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lists lazily and efficiently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607040" y="36667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640080" y="4562856"/>
            <a:ext cx="566928" cy="566928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27" y="4664903"/>
            <a:ext cx="362834" cy="3628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5354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with Models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417320" y="48828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real objects to list items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607040" y="45628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640080" y="5458968"/>
            <a:ext cx="566928" cy="566928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27" y="5561015"/>
            <a:ext cx="362834" cy="36283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431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417320" y="5779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performance, and clean patterns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607040" y="545896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Week 4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Dart List: Structured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List&lt;T&gt; is an ordered, indexable collection — the foundation of every dynamic 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95224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56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&amp; Indexed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1762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has a fixed position, accessed via index [0, 1, 2...]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300380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907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Any Type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227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Maps, or custom objects — List&lt;Product&gt;, List&lt;Map&gt;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40553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959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&amp; Dynamic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4279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remove, or update items — the UI can rebuild to match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18288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0" y="202996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3"/>
          <p:cNvSpPr/>
          <p:nvPr/>
        </p:nvSpPr>
        <p:spPr>
          <a:xfrm>
            <a:off x="6656832" y="2029968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9" name="Shape 14"/>
          <p:cNvSpPr/>
          <p:nvPr/>
        </p:nvSpPr>
        <p:spPr>
          <a:xfrm>
            <a:off x="6912864" y="2029968"/>
            <a:ext cx="128016" cy="128016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products.dart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46520" y="260604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List&lt;Map&lt;String, dynamic&gt;&gt; products = [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'name': 'Wireless Mouse',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'price': 24.99,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'inStock': true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'name': 'Mechanical Keyboard',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'price': 79.50,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'inStock': false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Week 4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ListView Widget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Flutter's scrollable widget for rendering collections of items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71516" cy="3931920"/>
          </a:xfrm>
          <a:prstGeom prst="roundRect">
            <a:avLst>
              <a:gd name="adj" fmla="val 2326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9456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ListView( children: [...] 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every item immediately, all at once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493008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 small, fixed lists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4151376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widgets stay in memory, even off-screen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809744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long or dynamic data sets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1920240"/>
            <a:ext cx="5271516" cy="3931920"/>
          </a:xfrm>
          <a:prstGeom prst="roundRect">
            <a:avLst>
              <a:gd name="adj" fmla="val 2326"/>
            </a:avLst>
          </a:prstGeom>
          <a:solidFill>
            <a:srgbClr val="E8F5F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7396" y="219456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ListView.builder( ... 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97396" y="2834640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items lazily, only as they scroll into 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97396" y="3493008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long or dynamic lists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97396" y="4151376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itemCount + itemBuilder callback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4809744"/>
            <a:ext cx="4631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choice for real-world apps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28632" y="2176272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628632" y="21762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Week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ListView.builder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itemBuilder runs once per visible row, receiving the item's index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949440" cy="3977640"/>
          </a:xfrm>
          <a:prstGeom prst="roundRect">
            <a:avLst>
              <a:gd name="adj" fmla="val 183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2029968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2029968"/>
            <a:ext cx="128016" cy="128016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product_list.dart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6400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ListView.builder(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itemCount: products.length,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itemBuilder: (context, index)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item = products[index];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ListTile(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leading: Icon(Icons.shopping_bag),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Text(item['name']),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trailing: Text('\$${item['price']}'),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095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09560" y="2331720"/>
            <a:ext cx="310896" cy="310896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194" y="2378354"/>
            <a:ext cx="217627" cy="2176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66760" y="22768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itemCount tells Flutter how many rows exist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09560" y="3108960"/>
            <a:ext cx="310896" cy="310896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194" y="3155594"/>
            <a:ext cx="217627" cy="2176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66760" y="30540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itemBuilder is called on-demand as rows scroll into view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09560" y="3886200"/>
            <a:ext cx="310896" cy="310896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194" y="3932834"/>
            <a:ext cx="217627" cy="2176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8313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maps directly to your data source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909560" y="4663440"/>
            <a:ext cx="310896" cy="310896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194" y="4710074"/>
            <a:ext cx="217627" cy="2176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66760" y="46085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visible rows are built — smooth scrolling at any size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Week 4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Maps to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class replaces loose Maps with type-safe, self-documenting objects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2029968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2029968"/>
            <a:ext cx="128016" cy="128016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product.dart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78608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name;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double price;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bool inStock;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Product({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this.name,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this.price,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this.inStock,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List&lt;Product&gt; products = [ ... ];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4069" y="1967789"/>
            <a:ext cx="362102" cy="3621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78040" y="1856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7804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catches typos and wrong types before runtime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0" y="2926080"/>
            <a:ext cx="548640" cy="54864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069" y="3019349"/>
            <a:ext cx="362102" cy="3621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907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17804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 describe exactly what data the item holds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0" y="3977640"/>
            <a:ext cx="548640" cy="54864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069" y="4070909"/>
            <a:ext cx="362102" cy="3621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8040" y="3959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17804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powers list rows, detail screens, and API calls alike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Week 4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dynamic lists fast, correct, and easy to maintain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71516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447" y="2296607"/>
            <a:ext cx="362834" cy="362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76272"/>
            <a:ext cx="3991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.builder for long lists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697480"/>
            <a:ext cx="39913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building keeps scrolling smooth, even with thousands of items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7356" y="1920240"/>
            <a:ext cx="5271516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1676" y="2194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723" y="2296607"/>
            <a:ext cx="362834" cy="3628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3196" y="2176272"/>
            <a:ext cx="3991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items a stable Key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83196" y="2697480"/>
            <a:ext cx="39913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Flutter track items correctly when the list is reordered or updated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71516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062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47" y="4308287"/>
            <a:ext cx="362834" cy="3628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87952"/>
            <a:ext cx="3991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your data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4709160"/>
            <a:ext cx="39913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typed classes over raw Map&lt;String, dynamic&gt; as data grows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77356" y="3931920"/>
            <a:ext cx="5271516" cy="1737360"/>
          </a:xfrm>
          <a:prstGeom prst="roundRect">
            <a:avLst>
              <a:gd name="adj" fmla="val 526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1676" y="42062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723" y="4308287"/>
            <a:ext cx="362834" cy="3628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3196" y="4187952"/>
            <a:ext cx="3991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state, then rebuild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83196" y="4709160"/>
            <a:ext cx="39913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list changes in setState() (or your state manager) so the UI reflects new data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Development Course  •  Week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9728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091" y="817931"/>
            <a:ext cx="512978" cy="5129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822960" y="2587752"/>
            <a:ext cx="109728" cy="109728"/>
          </a:xfrm>
          <a:prstGeom prst="ellipse">
            <a:avLst/>
          </a:prstGeom>
          <a:solidFill>
            <a:srgbClr val="7FD4C8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4048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Dart's List&lt;T&gt; is the backbone of structured, ordered data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154680"/>
            <a:ext cx="109728" cy="109728"/>
          </a:xfrm>
          <a:prstGeom prst="ellipse">
            <a:avLst/>
          </a:prstGeom>
          <a:solidFill>
            <a:srgbClr val="7FD4C8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 renders large collections lazily and efficiently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721608"/>
            <a:ext cx="109728" cy="109728"/>
          </a:xfrm>
          <a:prstGeom prst="ellipse">
            <a:avLst/>
          </a:prstGeom>
          <a:solidFill>
            <a:srgbClr val="7FD4C8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538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classes turn raw data into type-safe, reusable objects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4288536"/>
            <a:ext cx="109728" cy="109728"/>
          </a:xfrm>
          <a:prstGeom prst="ellipse">
            <a:avLst/>
          </a:prstGeom>
          <a:solidFill>
            <a:srgbClr val="7FD4C8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1056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keys and proper state updates keep dynamic UIs correct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Navigation &amp; Routing Between Screens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Dynamic Lists</dc:title>
  <dc:subject>PptxGenJS Presentation</dc:subject>
  <dc:creator>Flutter Development Course</dc:creator>
  <cp:lastModifiedBy>Flutter Development Course</cp:lastModifiedBy>
  <cp:revision>1</cp:revision>
  <dcterms:created xsi:type="dcterms:W3CDTF">2026-07-05T16:41:29Z</dcterms:created>
  <dcterms:modified xsi:type="dcterms:W3CDTF">2026-07-05T16:41:29Z</dcterms:modified>
</cp:coreProperties>
</file>