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&amp; Cloud Firestore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syncing in Flutter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" y="3977640"/>
            <a:ext cx="2011680" cy="4572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—  Session 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Firebase?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Backend-as-a-Service platform, built by Google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your app a ready-made backend — no servers to write, deploy, or maintain.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care about it this session: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— the database — is one product inside Firebase.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our local SharedPreferences storage with real cloud data.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updates live across every device, automatically.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0" y="1618488"/>
            <a:ext cx="502920" cy="50292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15819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1984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154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098280" y="1618488"/>
            <a:ext cx="502920" cy="502920"/>
          </a:xfrm>
          <a:prstGeom prst="ellipse">
            <a:avLst/>
          </a:prstGeom>
          <a:solidFill>
            <a:srgbClr val="0D1321"/>
          </a:solidFill>
          <a:ln/>
        </p:spPr>
      </p:sp>
      <p:sp>
        <p:nvSpPr>
          <p:cNvPr id="13" name="Text 11"/>
          <p:cNvSpPr/>
          <p:nvPr/>
        </p:nvSpPr>
        <p:spPr>
          <a:xfrm>
            <a:off x="9098280" y="1618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38360" y="15819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38360" y="1984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&amp; users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218688"/>
            <a:ext cx="502920" cy="502920"/>
          </a:xfrm>
          <a:prstGeom prst="ellipse">
            <a:avLst/>
          </a:prstGeom>
          <a:solidFill>
            <a:srgbClr val="0D1321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9440" y="31821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35844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images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15400" y="30175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98280" y="3218688"/>
            <a:ext cx="502920" cy="502920"/>
          </a:xfrm>
          <a:prstGeom prst="ellipse">
            <a:avLst/>
          </a:prstGeom>
          <a:solidFill>
            <a:srgbClr val="0D1321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38360" y="31821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38360" y="35844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4818888"/>
            <a:ext cx="502920" cy="502920"/>
          </a:xfrm>
          <a:prstGeom prst="ellipse">
            <a:avLst/>
          </a:prstGeom>
          <a:solidFill>
            <a:srgbClr val="0D1321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818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47823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51846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deployment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91540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98280" y="4818888"/>
            <a:ext cx="502920" cy="502920"/>
          </a:xfrm>
          <a:prstGeom prst="ellipse">
            <a:avLst/>
          </a:prstGeom>
          <a:solidFill>
            <a:srgbClr val="0D1321"/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4818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38360" y="478231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38360" y="51846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•  Session 8  •  Firebase &amp; Firestore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Cloud Firestore?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NoSQL, document-based cloud database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rows and columns, data lives as flexible JSON-like documents.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212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into collections → documents → fields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schema — each document can have different fields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automatically, hosted entirely by Google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is built in — every device sees updates instantly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55080" y="1581912"/>
            <a:ext cx="4937760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(collection)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momen (document)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tasks (collection)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└── a1B2c3 (document)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C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"taskName": "Design UI",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C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"assignedTo": "Ahmed",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"isDone": false,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"createdAt": Timestamp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C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looks just like the JSON you already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C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know from jsonEncode / jsonDecode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•  Session 8  •  Firebase &amp; Firestore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Firestore's Data Format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databases store data in rigid tables. Firestore stores data as documents — nested, flexible, and JSON-shaped.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Table "tasks"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1188720" cy="365760"/>
          </a:xfrm>
          <a:prstGeom prst="rect">
            <a:avLst/>
          </a:prstGeom>
          <a:solidFill>
            <a:srgbClr val="0D132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34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2834640"/>
            <a:ext cx="1188720" cy="365760"/>
          </a:xfrm>
          <a:prstGeom prst="rect">
            <a:avLst/>
          </a:prstGeom>
          <a:solidFill>
            <a:srgbClr val="0D132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834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taskName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834640"/>
            <a:ext cx="1188720" cy="365760"/>
          </a:xfrm>
          <a:prstGeom prst="rect">
            <a:avLst/>
          </a:prstGeom>
          <a:solidFill>
            <a:srgbClr val="0D132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834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834640"/>
            <a:ext cx="1188720" cy="365760"/>
          </a:xfrm>
          <a:prstGeom prst="rect">
            <a:avLst/>
          </a:prstGeom>
          <a:solidFill>
            <a:srgbClr val="0D132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8346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20040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65960" y="320040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UI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54680" y="320040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Ahmed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200400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566160"/>
            <a:ext cx="11887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65960" y="3566160"/>
            <a:ext cx="11887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bug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54680" y="3566160"/>
            <a:ext cx="11887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Sara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3566160"/>
            <a:ext cx="1188720" cy="365760"/>
          </a:xfrm>
          <a:prstGeom prst="rect">
            <a:avLst/>
          </a:prstGeom>
          <a:solidFill>
            <a:srgbClr val="F4F6FA"/>
          </a:solidFill>
          <a:ln w="6350">
            <a:solidFill>
              <a:srgbClr val="E3E7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5661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389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columns. Every row must match the schema.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214884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37960" y="2313432"/>
            <a:ext cx="484632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Firestore — Document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C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"taskName": "Design UI",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C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"assignedTo": "Ahmed",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"isDone": false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C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"taskName": "Fix bug",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C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"assignedTo": "Sara",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"isDone": true,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C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"priority": "high"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second doc has an extra field —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schema migration needed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•  Session 8  •  Firebase &amp; Firestore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914400" cy="91440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the Project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empty terminal to a Firestore-connected Flutter 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•  Session 8  •  Firebase &amp; Firestore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Install the Firebase CLI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you've never touched Firebase on this machine before, start here. The CLI is a Node.js tool, so Node/npm must already be installed.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59152"/>
            <a:ext cx="10607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7C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the Firebase CLI globally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firebase-tools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7C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Log in with your Google account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login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login opens a browser window — sign in with the Google account tied to your Firebase project.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firebase --version afterward to confirm the CLI installed correctly.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•  Session 8  •  Firebase &amp; Firestore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Connect Your Flutter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project once in the Firebase console (console.firebase.google.com), then let FlutterFire wire it into your app.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59152"/>
            <a:ext cx="106070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7C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Install the FlutterFire CLI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dart pub global activate flutterfire_cli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7C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From your project root, link the app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flutterfire configure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flutterfire configure picks your Firebase project and target platforms, then generates lib/firebase_options.dart automatically.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hand-write firebase_options.dart — always regenerate it if platforms change.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•  Session 8  •  Firebase &amp; Firestore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Add Dependencies &amp; Initialize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01952"/>
            <a:ext cx="48463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firebase_core: ^3.6.0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cloud_firestore: ^5.4.4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371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main.dart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1901952"/>
            <a:ext cx="493776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main() async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WidgetsFlutterBinding.ensureInitialized();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Firebase.initializeApp(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options: DefaultFirebaseOptions.currentPlatform,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runApp(const MyApp());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ensureInitialized() must run before initializeApp() — Firebase needs the binding ready first.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flutter pub get after editing pubspec.yaml.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point your app can talk to Firestore — nothing to add later.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•  Session 8  •  Firebase &amp; Firestore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&amp; Documents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group of documents. Like a folder. e.g. "tasks"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206240" y="14630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record inside a collection, identified by an ID. Holds fields.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key-value pair inside a document. e.g. taskName: "Design UI"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0D132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99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467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92608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57C0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999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3467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92608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0D1321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999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33467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sub-collection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78240" y="2926080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F57C00"/>
          </a:solidFill>
          <a:ln/>
        </p:spPr>
      </p:sp>
      <p:sp>
        <p:nvSpPr>
          <p:cNvPr id="17" name="Text 15"/>
          <p:cNvSpPr/>
          <p:nvPr/>
        </p:nvSpPr>
        <p:spPr>
          <a:xfrm>
            <a:off x="8778240" y="2999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a1B2c3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0" y="334670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29260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69280" y="29260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2926080"/>
            <a:ext cx="365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4279392"/>
            <a:ext cx="106070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tasksRef = FirebaseFirestore.instance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.collection('users').doc(username)   // document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.collection('tasks');                 // sub-collection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tasksRef.doc('a1B2c3').get();  // read one document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•  Session 8  •  Firebase &amp; Firestore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snapshots() — Real-Time Listening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029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.get()  →  one-time read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the data once, like opening a file. Nothing updates after that.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09360" y="14173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.snapshots()  →  a live Stream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open and re-emits the full result every time the data changes — on any device.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54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862072"/>
            <a:ext cx="10607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Stream&lt;List&lt;TaskModel&gt;&gt; getTasksStream(String username)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tasksRef(username)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.orderBy('createdAt')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C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.snapshots()                 // ← opens the live connection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.map((snap) =&gt; snap.docs.map(fromDoc).toList());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4846320"/>
            <a:ext cx="640080" cy="640080"/>
          </a:xfrm>
          <a:prstGeom prst="ellipse">
            <a:avLst/>
          </a:prstGeom>
          <a:solidFill>
            <a:srgbClr val="0D1321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5532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4937760"/>
            <a:ext cx="548640" cy="54864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577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0" y="4937760"/>
            <a:ext cx="548640" cy="54864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235440" y="5577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65960" y="5166360"/>
            <a:ext cx="3383280" cy="0"/>
          </a:xfrm>
          <a:prstGeom prst="line">
            <a:avLst/>
          </a:prstGeom>
          <a:noFill/>
          <a:ln w="19050">
            <a:solidFill>
              <a:srgbClr val="5C637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035040" y="5166360"/>
            <a:ext cx="3520440" cy="0"/>
          </a:xfrm>
          <a:prstGeom prst="line">
            <a:avLst/>
          </a:prstGeom>
          <a:noFill/>
          <a:ln w="19050">
            <a:solidFill>
              <a:srgbClr val="5C637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286000" y="45262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setState() to sync the list — the stream does 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•  Session 8  •  Firebase &amp; Firestore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4864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91840" y="15544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Backend-as-a-Service — Firestore is one product inside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24688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NoSQL, JSON-shaped document database — no fixed schema.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832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33832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firebase-tools → flutterfire configure → Firebase.initializeApp().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13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Docs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42976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→ document → fields, nestable via sub-collections.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120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snapshots()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52120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query into a live Stream — real-time sync, no manual reload.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Enactus Flutter Course  •  Session 8  •  Firebase &amp; Firestore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2026-07-24T21:13:59Z</dcterms:created>
  <dcterms:modified xsi:type="dcterms:W3CDTF">2026-07-24T21:13:59Z</dcterms:modified>
</cp:coreProperties>
</file>