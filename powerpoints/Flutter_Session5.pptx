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" y="962863"/>
            <a:ext cx="543154" cy="543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•  DART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&amp; Navigation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User Input with Forms &amp; Text Fields — Navigating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Screens and Passing Data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capturing user input to moving cleanly between screens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127" y="1976567"/>
            <a:ext cx="362834" cy="362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 &amp; Controllers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and reading what the user types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07040" y="1874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7" y="2872679"/>
            <a:ext cx="362834" cy="362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090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inputs and validating them together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607040" y="27706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0080" y="3666744"/>
            <a:ext cx="566928" cy="566928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7" y="3768791"/>
            <a:ext cx="362834" cy="3628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Basics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17320" y="3986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and popping screens on the stack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607040" y="36667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" y="4664903"/>
            <a:ext cx="362834" cy="3628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5354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Forward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17320" y="48828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data to a new screen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607040" y="45628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640080" y="5458968"/>
            <a:ext cx="566928" cy="566928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27" y="5561015"/>
            <a:ext cx="362834" cy="3628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431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Data Back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417320" y="5779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result back from a screen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607040" y="54589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D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User Input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 reads what's typed; TextEditingController gives you access to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9522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 Widget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176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 editable box; onChanged fires on every keystroke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30038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TextEditingController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227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with the controller property to read .text anytime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40553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959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Dispose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279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controller.dispose() in the State's dispose() method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8288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50F3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3"/>
          <p:cNvSpPr/>
          <p:nvPr/>
        </p:nvSpPr>
        <p:spPr>
          <a:xfrm>
            <a:off x="665683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9" name="Shape 14"/>
          <p:cNvSpPr/>
          <p:nvPr/>
        </p:nvSpPr>
        <p:spPr>
          <a:xfrm>
            <a:off x="691286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login_form.dart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26060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TextEditingController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emailController = TextEditingController();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controller: emailController,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decoration: InputDecoration(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labelText: 'Email',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onChanged: (value)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print('Typed: \$value');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fields together; GlobalKey&lt;FormState&gt; validates them all at once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150F3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signup_form.dart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78608"/>
            <a:ext cx="5394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_formKey = GlobalKey&lt;FormState&gt;();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key: _formKey,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TextFormField(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validator: (value)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(value == null || value.isEmpty)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'Required field';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null;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(_formKey.currentState!.validate()) { ...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95160" y="233172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794" y="2378354"/>
            <a:ext cx="217627" cy="2176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52360" y="22768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wraps related fields into a single validatable unit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95160" y="310896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794" y="3155594"/>
            <a:ext cx="217627" cy="2176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3054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TextFormField declares its own validator logic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995160" y="388620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94" y="3932834"/>
            <a:ext cx="217627" cy="2176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52360" y="38313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runs every validator and returns true only if all pass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995160" y="466344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794" y="4710074"/>
            <a:ext cx="217627" cy="2176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6085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String from validator shows it as an error message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Navigator: Push &amp; Pop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live on a stack — Navigator controls what's added and removed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1516" cy="3931920"/>
          </a:xfrm>
          <a:prstGeom prst="roundRect">
            <a:avLst>
              <a:gd name="adj" fmla="val 2326"/>
            </a:avLst>
          </a:prstGeom>
          <a:solidFill>
            <a:srgbClr val="F3EE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screen on top of the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493008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wraps the route in MaterialPageRoute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151376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moves forward — e.g. list to detail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809744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screen stays underneath, still in memory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920240"/>
            <a:ext cx="5271516" cy="3931920"/>
          </a:xfrm>
          <a:prstGeom prst="roundRect">
            <a:avLst>
              <a:gd name="adj" fmla="val 2326"/>
            </a:avLst>
          </a:prstGeom>
          <a:solidFill>
            <a:srgbClr val="FEF3E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7396" y="2194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Navigator.pop()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7396" y="2834640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current screen from the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97396" y="3493008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whatever screen was underneath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7396" y="4151376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optionally carry a result value 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4809744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back button / back gesture behavior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Data Forward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 the next screen through its constructor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3977640"/>
          </a:xfrm>
          <a:prstGeom prst="roundRect">
            <a:avLst>
              <a:gd name="adj" fmla="val 1839"/>
            </a:avLst>
          </a:prstGeom>
          <a:solidFill>
            <a:srgbClr val="150F3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product_screen.dart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6400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Navigate and pass the product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Navigator.push(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MaterialPageRoute(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(context) =&gt; ProductDetailScreen(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product: selectedProduct,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Receive it in the new screen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ProductDetailScreen extends StatelessWidget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Product product;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ProductDetailScreen({required this.product});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095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9560" y="233172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194" y="2378354"/>
            <a:ext cx="217627" cy="2176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66760" y="22768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widget's constructor is just a normal parameter list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320040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194" y="3247034"/>
            <a:ext cx="217627" cy="2176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31455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any type — a String, a Map, or a full model object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09560" y="406908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94" y="4115714"/>
            <a:ext cx="217627" cy="2176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014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screen stores it in a final field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Data Back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the push call, then pop with a result — the caller receives it directly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3977640"/>
          </a:xfrm>
          <a:prstGeom prst="roundRect">
            <a:avLst>
              <a:gd name="adj" fmla="val 1839"/>
            </a:avLst>
          </a:prstGeom>
          <a:solidFill>
            <a:srgbClr val="150F3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add_note_flow.dart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6400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Caller: waits for a result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result = await Navigator.push(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MaterialPageRoute(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(context) =&gt; AddNoteScreen(),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(result != null)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=&gt; notes.add(result));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AddNoteScreen: sends the result back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Navigator.pop(context, newNoteText);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095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9560" y="233172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194" y="2378354"/>
            <a:ext cx="217627" cy="2176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66760" y="22768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returns a Future — await it to pause until pop() runs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320040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194" y="3247034"/>
            <a:ext cx="217627" cy="2176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31455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pop(context, value) sends value back as that Future's result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09560" y="4069080"/>
            <a:ext cx="310896" cy="310896"/>
          </a:xfrm>
          <a:prstGeom prst="ellipse">
            <a:avLst/>
          </a:prstGeom>
          <a:solidFill>
            <a:srgbClr val="F3EE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94" y="4115714"/>
            <a:ext cx="217627" cy="2176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014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null-check before using the returned result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Inputs &amp; Navigation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114800" cy="411480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91" y="817931"/>
            <a:ext cx="512978" cy="512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048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 + TextEditingController capture what users type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971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GlobalKey&lt;FormState&gt; validate multiple fields together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7216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38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Navigator.push() and .pop() move screens on and off the stack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28853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1056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send data forward; await push + pop(context, value) sends it back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State Management Across Screens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Inputs &amp; Navigation</dc:title>
  <dc:subject>PptxGenJS Presentation</dc:subject>
  <dc:creator>Flutter Development Course</dc:creator>
  <cp:lastModifiedBy>Flutter Development Course</cp:lastModifiedBy>
  <cp:revision>1</cp:revision>
  <dcterms:created xsi:type="dcterms:W3CDTF">2026-07-07T21:05:50Z</dcterms:created>
  <dcterms:modified xsi:type="dcterms:W3CDTF">2026-07-07T21:05:50Z</dcterms:modified>
</cp:coreProperties>
</file>